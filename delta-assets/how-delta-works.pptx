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89" y="1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157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Delta works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local-first, snappier interface for GitLab merge-request review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E222B"/>
          </a:solidFill>
          <a:ln w="12700">
            <a:solidFill>
              <a:srgbClr val="2E3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3957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4672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runs on localhost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214884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E222B"/>
          </a:solidFill>
          <a:ln w="12700">
            <a:solidFill>
              <a:srgbClr val="2E3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23774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23957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proxy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965192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injects PRIVATE-TOKEN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0" y="214884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E222B"/>
          </a:solidFill>
          <a:ln w="12700">
            <a:solidFill>
              <a:srgbClr val="2E3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098280" y="237744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982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92640" y="23957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API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25712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· /api/v4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10128" y="2834640"/>
            <a:ext cx="1371600" cy="0"/>
          </a:xfrm>
          <a:prstGeom prst="line">
            <a:avLst/>
          </a:prstGeom>
          <a:noFill/>
          <a:ln w="28575">
            <a:solidFill>
              <a:srgbClr val="9AA4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70648" y="2834640"/>
            <a:ext cx="1371600" cy="0"/>
          </a:xfrm>
          <a:prstGeom prst="line">
            <a:avLst/>
          </a:prstGeom>
          <a:noFill/>
          <a:ln w="28575">
            <a:solidFill>
              <a:srgbClr val="9AA4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80760" y="3520440"/>
            <a:ext cx="0" cy="54864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4069080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1E222B"/>
          </a:solidFill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4160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glab token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disk — no login needed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02C39A">
              <a:alpha val="12000"/>
            </a:srgbClr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4672" y="5541264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678424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81328" y="5431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1481328" y="57972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your existing glab auth.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343400" y="5212080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F5A623">
              <a:alpha val="12000"/>
            </a:srgbClr>
          </a:solidFill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599432" y="5541264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5678424"/>
            <a:ext cx="237744" cy="23774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276088" y="5431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Snappier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5276088" y="57972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Cached, prefetched, virtualized diffs.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8138160" y="5212080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02C39A">
              <a:alpha val="12000"/>
            </a:srgbClr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8394192" y="5541264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5678424"/>
            <a:ext cx="237744" cy="23774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9070848" y="54315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comments</a:t>
            </a:r>
            <a:endParaRPr lang="en-US" sz="1700" dirty="0"/>
          </a:p>
        </p:txBody>
      </p:sp>
      <p:sp>
        <p:nvSpPr>
          <p:cNvPr id="38" name="Text 33"/>
          <p:cNvSpPr/>
          <p:nvPr/>
        </p:nvSpPr>
        <p:spPr>
          <a:xfrm>
            <a:off x="9070848" y="57972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positioning, no silent fallback.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Delta works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local-first, snappier interface for GitLab merge-request review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E222B"/>
          </a:solidFill>
          <a:ln w="12700">
            <a:solidFill>
              <a:srgbClr val="2E34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4161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71600" y="23957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Browser SPA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04672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React · runs on localhost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214884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E222B"/>
          </a:solidFill>
          <a:ln w="12700">
            <a:solidFill>
              <a:srgbClr val="2E34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37760" y="23774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4161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32120" y="23957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Local proxy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65192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4B2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injects PRIVATE-TOKEN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869680" y="214884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E222B"/>
          </a:solidFill>
          <a:ln w="12700">
            <a:solidFill>
              <a:srgbClr val="2E344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098280" y="237744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982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4161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92640" y="23957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GitLab API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25712" y="2990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A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· /api/v4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310128" y="2834640"/>
            <a:ext cx="1371600" cy="0"/>
          </a:xfrm>
          <a:prstGeom prst="line">
            <a:avLst/>
          </a:prstGeom>
          <a:noFill/>
          <a:ln w="28575">
            <a:solidFill>
              <a:srgbClr val="9AA4B2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70648" y="2834640"/>
            <a:ext cx="1371600" cy="0"/>
          </a:xfrm>
          <a:prstGeom prst="line">
            <a:avLst/>
          </a:prstGeom>
          <a:noFill/>
          <a:ln w="28575">
            <a:solidFill>
              <a:srgbClr val="9AA4B2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80760" y="3520440"/>
            <a:ext cx="0" cy="548640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  <a:head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9160" y="4069080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1E222B"/>
          </a:solidFill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92040" y="4160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glab token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AA4B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disk — no login needed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02C39A">
              <a:alpha val="12000"/>
            </a:srgbClr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86384" y="5541264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5678424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26464" y="550468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login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426464" y="5870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Reuses your existing glab auth.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343400" y="5212080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F5A623">
              <a:alpha val="12000"/>
            </a:srgbClr>
          </a:solidFill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581144" y="5541264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5678424"/>
            <a:ext cx="237744" cy="23774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221224" y="550468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Snappier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5221224" y="5870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Cached, prefetched, virtualized diffs.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8138160" y="5212080"/>
            <a:ext cx="3474720" cy="1170432"/>
          </a:xfrm>
          <a:prstGeom prst="roundRect">
            <a:avLst>
              <a:gd name="adj" fmla="val 7031"/>
            </a:avLst>
          </a:prstGeom>
          <a:solidFill>
            <a:srgbClr val="A78BFA">
              <a:alpha val="12000"/>
            </a:srgbClr>
          </a:solidFill>
          <a:ln w="15875">
            <a:solidFill>
              <a:srgbClr val="A78BF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8375904" y="5541264"/>
            <a:ext cx="512064" cy="512064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064" y="5678424"/>
            <a:ext cx="237744" cy="23774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9015984" y="550468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Inline comments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9015984" y="5870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Verified positioning, no silent fallback.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4922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66928" y="12984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your machine</a:t>
            </a: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Delta runs 100% locally.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167128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20939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stays on your disk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005840" y="24414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server-side, never sent to the browser.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008376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9352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only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005840" y="32826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binds to 127.0.0.1 — nothing is exposed.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849624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3776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cloud, accounts, or telemetry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1005840" y="41239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servers are ever involved.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690872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4617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your glab login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1005840" y="49651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credentials are created or stored.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172200" y="201168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22C55E">
              <a:alpha val="7000"/>
            </a:srgbClr>
          </a:solidFill>
          <a:ln w="22225">
            <a:solidFill>
              <a:srgbClr val="22C55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224942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775704" y="22128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28232" y="2724912"/>
            <a:ext cx="3008376" cy="822960"/>
          </a:xfrm>
          <a:prstGeom prst="roundRect">
            <a:avLst>
              <a:gd name="adj" fmla="val 8889"/>
            </a:avLst>
          </a:prstGeom>
          <a:solidFill>
            <a:srgbClr val="20252F"/>
          </a:solidFill>
          <a:ln w="12700">
            <a:solidFill>
              <a:srgbClr val="2E3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999232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68312" y="2834640"/>
            <a:ext cx="2231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SPA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no token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6428232" y="3822192"/>
            <a:ext cx="3008376" cy="822960"/>
          </a:xfrm>
          <a:prstGeom prst="roundRect">
            <a:avLst>
              <a:gd name="adj" fmla="val 8889"/>
            </a:avLst>
          </a:prstGeom>
          <a:solidFill>
            <a:srgbClr val="20252F"/>
          </a:solidFill>
          <a:ln w="1587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096512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068312" y="3931920"/>
            <a:ext cx="2231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proxy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token</a:t>
            </a:r>
            <a:endParaRPr lang="en-US" sz="1500" dirty="0"/>
          </a:p>
        </p:txBody>
      </p:sp>
      <p:sp>
        <p:nvSpPr>
          <p:cNvPr id="27" name="Shape 17"/>
          <p:cNvSpPr/>
          <p:nvPr/>
        </p:nvSpPr>
        <p:spPr>
          <a:xfrm>
            <a:off x="7932420" y="3547872"/>
            <a:ext cx="0" cy="274320"/>
          </a:xfrm>
          <a:prstGeom prst="line">
            <a:avLst/>
          </a:prstGeom>
          <a:noFill/>
          <a:ln w="25400">
            <a:solidFill>
              <a:srgbClr val="9AA4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8"/>
          <p:cNvSpPr/>
          <p:nvPr/>
        </p:nvSpPr>
        <p:spPr>
          <a:xfrm>
            <a:off x="9966960" y="3822192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E222B"/>
          </a:solidFill>
          <a:ln w="12700">
            <a:solidFill>
              <a:srgbClr val="2E3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0" y="4087368"/>
            <a:ext cx="292608" cy="29260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0533888" y="3931920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GitLab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/api/v4</a:t>
            </a:r>
            <a:endParaRPr lang="en-US" sz="1350" dirty="0"/>
          </a:p>
        </p:txBody>
      </p:sp>
      <p:sp>
        <p:nvSpPr>
          <p:cNvPr id="31" name="Shape 20"/>
          <p:cNvSpPr/>
          <p:nvPr/>
        </p:nvSpPr>
        <p:spPr>
          <a:xfrm>
            <a:off x="9436608" y="4233672"/>
            <a:ext cx="530352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1"/>
          <p:cNvSpPr/>
          <p:nvPr/>
        </p:nvSpPr>
        <p:spPr>
          <a:xfrm>
            <a:off x="6172200" y="5120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outbound connection is to the GitLab you already use.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235</Words>
  <Application>Microsoft Office PowerPoint</Application>
  <PresentationFormat>Widescreen</PresentationFormat>
  <Paragraphs>59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Joao Morais</cp:lastModifiedBy>
  <cp:revision>3</cp:revision>
  <dcterms:created xsi:type="dcterms:W3CDTF">2026-07-16T13:29:13Z</dcterms:created>
  <dcterms:modified xsi:type="dcterms:W3CDTF">2026-07-16T13:50:13Z</dcterms:modified>
</cp:coreProperties>
</file>